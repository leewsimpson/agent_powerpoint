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/>
            </a:pPr>
            <a:r>
              <a:t>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720"/>
              </a:spcAft>
            </a:pPr>
            <a:r>
              <a:t>AI is transforming industries.</a:t>
            </a:r>
          </a:p>
          <a:p>
            <a:pPr>
              <a:spcAft>
                <a:spcPts val="720"/>
              </a:spcAft>
            </a:pPr>
            <a:r>
              <a:t>Machine learning and deep learning are key technologies.</a:t>
            </a:r>
          </a:p>
          <a:p>
            <a:pPr>
              <a:spcAft>
                <a:spcPts val="720"/>
              </a:spcAft>
            </a:pPr>
            <a:r>
              <a:t>AI enhances decision-making and automation.</a:t>
            </a:r>
          </a:p>
          <a:p>
            <a:pPr>
              <a:spcAft>
                <a:spcPts val="720"/>
              </a:spcAft>
            </a:pPr>
            <a:r>
              <a:t>Ethical considerations are crucial in AI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